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5" r:id="rId18"/>
    <p:sldId id="277" r:id="rId19"/>
    <p:sldId id="279" r:id="rId20"/>
    <p:sldId id="280" r:id="rId21"/>
    <p:sldId id="281" r:id="rId22"/>
    <p:sldId id="28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D8F97B3-8ADC-4A05-B29C-CF1DC45C16DF}">
          <p14:sldIdLst>
            <p14:sldId id="256"/>
          </p14:sldIdLst>
        </p14:section>
        <p14:section name="Report-1" id="{BB3F6C3C-EA6E-4EF7-99F0-CF8DB2005F9C}">
          <p14:sldIdLst>
            <p14:sldId id="257"/>
            <p14:sldId id="259"/>
            <p14:sldId id="260"/>
            <p14:sldId id="258"/>
            <p14:sldId id="262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Report-2" id="{525CD495-D89C-47B9-BD73-B82CC06B1326}">
          <p14:sldIdLst>
            <p14:sldId id="275"/>
            <p14:sldId id="277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29317-7FFD-20CA-6593-8DAABB4D3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5C5A8-C3C2-755B-44AD-FD198C5AA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A5C57-0410-DA29-E3E8-6D8AA6B6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51A29-45B7-49D3-9974-DDCE4C9F3277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3BC39-2C34-C796-4626-A31EA6527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7DAA6-DA2F-A3E5-DBBB-0E2AAF4C4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4D3E-144D-4CBF-850B-272FA479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52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05CB0-55A4-28C3-7A19-4C9BC2A66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3C86D-5B1F-8AAD-9359-6B882F9D0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3044A-8101-3BE1-47C1-D8C47A783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51A29-45B7-49D3-9974-DDCE4C9F3277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B92D4-E2F2-B845-B0D1-B62A81190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ADAF6-11C9-B38D-6F45-AB133B9D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4D3E-144D-4CBF-850B-272FA479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990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95706-68E7-041D-DB9A-E2A42DB3F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5CF06-0331-0042-10D3-CA147EDEB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E7657-D8E9-05FC-D6BE-35BC961CE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51A29-45B7-49D3-9974-DDCE4C9F3277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9DFF4-FE5F-0F4B-644E-E649BA3E7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6FA83-D601-6007-D839-9B348E16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4D3E-144D-4CBF-850B-272FA479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161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B518-3291-44F4-911E-88E038007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E954E-9B65-A7A8-A95B-F8C569AA8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286CA2-849D-5222-AD7C-EE35922B1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DC13C-15CA-B2B6-8498-B31D5C46E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51A29-45B7-49D3-9974-DDCE4C9F3277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39D7A-A5FB-6E52-BC21-A41F43A80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5BA34-C5FA-A465-4B2A-E1712B81C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4D3E-144D-4CBF-850B-272FA479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394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9FED8-6DF8-9D7D-07DA-88DD2D512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7829E-79DE-BD50-7511-5EDE8BB0E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24052-9657-BAA3-D3AA-DDFEAF26B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16E985-3F3C-4F63-A07E-0F3594E99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4BB89-14F7-83CB-D585-CFB89FFD2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AB8D5C-A7CB-0EC4-59A7-C59B8CF28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51A29-45B7-49D3-9974-DDCE4C9F3277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A533B-F23E-5C48-2541-288D7AD27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20E98F-49B4-F920-3CD8-93F986EC7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4D3E-144D-4CBF-850B-272FA479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1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5A081-71A2-0C45-28A6-9A93C9DFC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059157-6DFA-7F13-5AB5-8B813777E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51A29-45B7-49D3-9974-DDCE4C9F3277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8F772B-70E7-907B-6084-0EC35BF53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9F35C-6858-98D4-2C27-92DB80B8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4D3E-144D-4CBF-850B-272FA479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72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A42A12-CBA0-9197-50F7-CE36F2840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51A29-45B7-49D3-9974-DDCE4C9F3277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D020C3-E03D-0ED4-2180-2B71988FE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FC190-FE50-FC58-5DFC-2505E434E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4D3E-144D-4CBF-850B-272FA479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999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1FCD1-F8FB-98EA-7D82-A972D3217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8ACD4-D319-DC37-2609-D55AE873C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AB0D6-B72C-2B15-1F27-6B785C976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78C20-C50F-B6D0-A05A-DB0A3B16E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51A29-45B7-49D3-9974-DDCE4C9F3277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E8504-A125-BE9D-53EC-539BA1F2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031A0-530B-0135-2D14-8D1617161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4D3E-144D-4CBF-850B-272FA479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3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C137-0064-397F-0DC1-7CDE74E50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92ED73-21AF-D6A3-B526-E6D79DC11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7EAD0-4403-5063-E5FD-900B37FF3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B24BE-011A-1F0D-8CF4-FF63C7980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51A29-45B7-49D3-9974-DDCE4C9F3277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3EB45-90E1-C3C2-8794-52FF7175F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34A45-9F79-01E1-B729-8BA20D72E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4D3E-144D-4CBF-850B-272FA479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507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A4476-97A5-1882-3CCE-C14823CC6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9A5BE6-40F1-4D9F-58A3-78E162DD9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197E5-A3F4-ADF5-8129-8D748FB1C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51A29-45B7-49D3-9974-DDCE4C9F3277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3F174-28CF-C1E1-E792-5D8EC6115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A0F86-43A4-55A7-7077-E0F7B9FA1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4D3E-144D-4CBF-850B-272FA479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647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130D22-F3CD-F9C2-33CC-FB0BB2288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6D73AC-5644-0F32-7A1D-594819A42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3840E-9FD6-7CC8-AD3D-6A2B67B1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51A29-45B7-49D3-9974-DDCE4C9F3277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15DDC-56A8-A7E2-747B-332C92559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51CD4-E147-2E75-0AB8-E3B5A950E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4D3E-144D-4CBF-850B-272FA479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723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8861D5-8BE9-E546-1401-EC76D7D56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BCC32-0F4C-3975-1F55-BDA2F0BD5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D11DD-C0BC-9FAE-CAD9-5BB60544DB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51A29-45B7-49D3-9974-DDCE4C9F3277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73CFC-9643-3DD3-0522-D40060CDF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B2E66-E8FD-95A5-84D2-71497DF6C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84D3E-144D-4CBF-850B-272FA479C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14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FA0E8-6510-6A20-71C2-4B7D8E6FCA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Personal Assistant Chatbot</a:t>
            </a:r>
          </a:p>
        </p:txBody>
      </p:sp>
    </p:spTree>
    <p:extLst>
      <p:ext uri="{BB962C8B-B14F-4D97-AF65-F5344CB8AC3E}">
        <p14:creationId xmlns:p14="http://schemas.microsoft.com/office/powerpoint/2010/main" val="1739695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66CC3-A866-C364-AFCA-425D25E93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880E2-5BB6-0AB5-E3E5-5D1AEB874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Objective:</a:t>
            </a:r>
            <a:r>
              <a:rPr lang="en-US" dirty="0"/>
              <a:t> Build a personal assistant chatbot system that simplifies user interactions and automates task management.</a:t>
            </a:r>
          </a:p>
          <a:p>
            <a:r>
              <a:rPr lang="en-US" b="1" dirty="0"/>
              <a:t>Purpose:</a:t>
            </a:r>
            <a:r>
              <a:rPr lang="en-US" dirty="0"/>
              <a:t> Provide a smart solution for task scheduling and management with a user-friendly interface.</a:t>
            </a:r>
          </a:p>
          <a:p>
            <a:r>
              <a:rPr lang="en-US" b="1" dirty="0"/>
              <a:t>Target Audience:</a:t>
            </a:r>
            <a:r>
              <a:rPr lang="en-US" dirty="0"/>
              <a:t> Individuals seeking efficient task handling and communication tools.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2840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A3F53-8C77-6DBC-F478-BF2260FB1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E829C-3CF7-00C1-9CEF-6787BB85D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Challenges Faced by Users:</a:t>
            </a:r>
          </a:p>
          <a:p>
            <a:pPr lvl="1"/>
            <a:r>
              <a:rPr lang="en-US" dirty="0"/>
              <a:t>Difficulty in managing multiple tasks efficiently.</a:t>
            </a:r>
          </a:p>
          <a:p>
            <a:pPr lvl="1"/>
            <a:r>
              <a:rPr lang="en-US" dirty="0"/>
              <a:t>Lack of an integrated, personalized assistant.</a:t>
            </a:r>
            <a:endParaRPr lang="en-IN" b="1" dirty="0"/>
          </a:p>
          <a:p>
            <a:r>
              <a:rPr lang="en-IN" b="1" dirty="0"/>
              <a:t>Existing Solutions:</a:t>
            </a:r>
          </a:p>
          <a:p>
            <a:pPr lvl="1"/>
            <a:r>
              <a:rPr lang="en-US" dirty="0"/>
              <a:t>General-purpose chatbots or voice assistants.</a:t>
            </a:r>
            <a:endParaRPr lang="en-IN" b="1" dirty="0"/>
          </a:p>
          <a:p>
            <a:pPr lvl="1"/>
            <a:r>
              <a:rPr lang="en-US" dirty="0"/>
              <a:t>Limitations: Limited customization and higher complexity.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64919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5500F-ABE3-76A9-86E7-23C82503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756A5-3785-7506-FB0F-B661AD506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Features:</a:t>
            </a:r>
          </a:p>
          <a:p>
            <a:pPr lvl="1"/>
            <a:r>
              <a:rPr lang="en-US" dirty="0"/>
              <a:t>AI-driven chatbot for accurate responses.</a:t>
            </a:r>
            <a:endParaRPr lang="en-IN" b="1" dirty="0"/>
          </a:p>
          <a:p>
            <a:pPr lvl="1"/>
            <a:r>
              <a:rPr lang="en-US" dirty="0"/>
              <a:t>Task management with CRUD operations and regular notifications.</a:t>
            </a:r>
          </a:p>
          <a:p>
            <a:pPr lvl="1"/>
            <a:r>
              <a:rPr lang="en-US" dirty="0"/>
              <a:t>Secure user authentication and data storage using MongoDB.</a:t>
            </a:r>
            <a:endParaRPr lang="en-IN" b="1" dirty="0"/>
          </a:p>
          <a:p>
            <a:r>
              <a:rPr lang="en-IN" b="1" dirty="0"/>
              <a:t>Benefits:</a:t>
            </a:r>
          </a:p>
          <a:p>
            <a:pPr lvl="1"/>
            <a:r>
              <a:rPr lang="en-US" dirty="0"/>
              <a:t>Simple and interactive user experience.</a:t>
            </a:r>
            <a:endParaRPr lang="en-IN" b="1" dirty="0"/>
          </a:p>
          <a:p>
            <a:pPr lvl="1"/>
            <a:r>
              <a:rPr lang="en-US" dirty="0"/>
              <a:t>Reliable backend for fast and scalable operations.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61195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F6542-8D11-A578-EDEC-0F7BD0C98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16CBB-BF90-3016-5068-7489842C6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Backend:</a:t>
            </a:r>
            <a:r>
              <a:rPr lang="en-US" dirty="0"/>
              <a:t> Django and </a:t>
            </a:r>
            <a:r>
              <a:rPr lang="en-US" dirty="0" err="1"/>
              <a:t>FastAPI</a:t>
            </a:r>
            <a:r>
              <a:rPr lang="en-US" dirty="0"/>
              <a:t> for handling API requests.</a:t>
            </a:r>
          </a:p>
          <a:p>
            <a:r>
              <a:rPr lang="en-IN" b="1" dirty="0"/>
              <a:t>AI Logic:</a:t>
            </a:r>
            <a:r>
              <a:rPr lang="en-IN" dirty="0"/>
              <a:t> Gemini prompts for context-aware responses.</a:t>
            </a:r>
          </a:p>
          <a:p>
            <a:r>
              <a:rPr lang="en-US" b="1" dirty="0"/>
              <a:t>Storage:</a:t>
            </a:r>
            <a:r>
              <a:rPr lang="en-US" dirty="0"/>
              <a:t> MongoDB for task data and user authentication.</a:t>
            </a:r>
            <a:endParaRPr lang="en-IN" dirty="0"/>
          </a:p>
          <a:p>
            <a:r>
              <a:rPr lang="en-US" b="1" dirty="0"/>
              <a:t>Frontend:</a:t>
            </a:r>
            <a:r>
              <a:rPr lang="en-US" dirty="0"/>
              <a:t> Flutter-based UI created in Android Studio.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873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FA0B-C7C1-599D-8BD7-86A3D49EC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Development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D76F5-EA44-2346-8FFB-E6600754E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Completed Tasks:	</a:t>
            </a:r>
          </a:p>
          <a:p>
            <a:pPr lvl="1"/>
            <a:r>
              <a:rPr lang="en-US" dirty="0"/>
              <a:t>Backend functionality using Django and </a:t>
            </a:r>
            <a:r>
              <a:rPr lang="en-US" dirty="0" err="1"/>
              <a:t>FastAPI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MongoDB integration for task storage and user authentication.</a:t>
            </a:r>
          </a:p>
          <a:p>
            <a:pPr lvl="1"/>
            <a:r>
              <a:rPr lang="en-IN" dirty="0"/>
              <a:t>Basic chat UI implemented.</a:t>
            </a:r>
            <a:endParaRPr lang="en-US" dirty="0"/>
          </a:p>
          <a:p>
            <a:pPr lvl="1"/>
            <a:r>
              <a:rPr lang="en-US" dirty="0"/>
              <a:t>Full CRUD operations for tasks (create, retrieve, update, delete).</a:t>
            </a:r>
            <a:endParaRPr lang="en-IN" b="1" dirty="0"/>
          </a:p>
          <a:p>
            <a:r>
              <a:rPr lang="en-IN" b="1" dirty="0"/>
              <a:t>Pending Tasks:</a:t>
            </a:r>
          </a:p>
          <a:p>
            <a:pPr lvl="1"/>
            <a:r>
              <a:rPr lang="en-US" dirty="0"/>
              <a:t>Notifications and reminders based on user settings.</a:t>
            </a:r>
            <a:endParaRPr lang="en-IN" b="1" dirty="0"/>
          </a:p>
          <a:p>
            <a:pPr lvl="1"/>
            <a:r>
              <a:rPr lang="en-IN" dirty="0"/>
              <a:t>UI enhancements for better interaction.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99241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BD8B0-27DA-4FC9-9C00-E2B7C546ED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Gemini Prompts Overview</a:t>
            </a:r>
          </a:p>
        </p:txBody>
      </p:sp>
    </p:spTree>
    <p:extLst>
      <p:ext uri="{BB962C8B-B14F-4D97-AF65-F5344CB8AC3E}">
        <p14:creationId xmlns:p14="http://schemas.microsoft.com/office/powerpoint/2010/main" val="3218785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BBC4D9-D2AD-E261-15C5-70995F13E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02" y="66675"/>
            <a:ext cx="9620250" cy="672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599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722AA8-1D44-FE9F-AB9A-D1F494047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99" y="0"/>
            <a:ext cx="10492730" cy="660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162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864DC8-C045-0688-91F4-16B14A831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34" y="0"/>
            <a:ext cx="9799587" cy="651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586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FEF072-BFDB-5FDC-131F-62C6D6C56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24" y="152885"/>
            <a:ext cx="11663351" cy="562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301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185689-71DB-6458-7E5D-C504B323D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25" y="93518"/>
            <a:ext cx="10558749" cy="667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11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B5D3-A51C-62BF-24EB-E2336C555F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Screenshots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64832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71D9871-E743-390D-03CD-ADD3D590B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32" y="0"/>
            <a:ext cx="32623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73DE327-008F-5C9D-055D-AB502A818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718" y="0"/>
            <a:ext cx="32305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292523B-5BC1-AA6D-894B-D001DF68B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557" y="0"/>
            <a:ext cx="3179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2523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DEA1CD24-7AAD-F19C-44E8-8B07661FD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96" y="0"/>
            <a:ext cx="31591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2409ED0-EBC3-7708-ECA9-988B1E1CC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193" y="0"/>
            <a:ext cx="32496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44AA9F4C-E575-9BDD-F105-B1746B613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9254" y="0"/>
            <a:ext cx="32321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6059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9539A-76F1-67BD-95EC-424603806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Document Format</a:t>
            </a:r>
            <a:endParaRPr lang="en-IN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31AE5B-153B-6C79-3EF5-5DFE8F70F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690688"/>
            <a:ext cx="6989197" cy="154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73CFD1B-F167-46F6-CCCE-CC61B6B13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23188"/>
            <a:ext cx="4363066" cy="284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9531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New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1. Google Authentication</a:t>
            </a:r>
            <a:endParaRPr lang="en-US" b="1" dirty="0"/>
          </a:p>
          <a:p>
            <a:pPr lvl="1"/>
            <a:r>
              <a:rPr dirty="0"/>
              <a:t>Secure login for users via Google accounts.</a:t>
            </a:r>
          </a:p>
          <a:p>
            <a:r>
              <a:rPr b="1" dirty="0"/>
              <a:t>2. Google Calendar Integration</a:t>
            </a:r>
            <a:endParaRPr lang="en-US" b="1" dirty="0"/>
          </a:p>
          <a:p>
            <a:pPr lvl="1"/>
            <a:r>
              <a:rPr dirty="0"/>
              <a:t>Seamless task scheduling and reminders using Google Calendar.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Progress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Previous Progress:</a:t>
            </a:r>
            <a:endParaRPr lang="en-US" b="1" dirty="0"/>
          </a:p>
          <a:p>
            <a:pPr lvl="1"/>
            <a:r>
              <a:rPr dirty="0"/>
              <a:t>Backend functionality and CRUD operations completed.</a:t>
            </a:r>
            <a:endParaRPr lang="en-US" dirty="0"/>
          </a:p>
          <a:p>
            <a:pPr lvl="1"/>
            <a:r>
              <a:rPr dirty="0"/>
              <a:t>Basic chat UI implemented.</a:t>
            </a:r>
          </a:p>
          <a:p>
            <a:endParaRPr dirty="0"/>
          </a:p>
          <a:p>
            <a:r>
              <a:rPr lang="en-IN" b="1" dirty="0"/>
              <a:t>Recent Developments</a:t>
            </a:r>
            <a:r>
              <a:rPr b="1" dirty="0"/>
              <a:t>:</a:t>
            </a:r>
            <a:endParaRPr lang="en-US" b="1" dirty="0"/>
          </a:p>
          <a:p>
            <a:pPr lvl="1"/>
            <a:r>
              <a:rPr dirty="0"/>
              <a:t>Added secure Google Authentication.</a:t>
            </a:r>
            <a:endParaRPr lang="en-US" dirty="0"/>
          </a:p>
          <a:p>
            <a:pPr lvl="1"/>
            <a:r>
              <a:rPr dirty="0"/>
              <a:t>Integrated Google Calendar for task schedu</a:t>
            </a:r>
            <a:r>
              <a:rPr lang="en-US" dirty="0"/>
              <a:t>ling.</a:t>
            </a:r>
          </a:p>
          <a:p>
            <a:pPr lvl="1"/>
            <a:r>
              <a:rPr lang="en-IN" dirty="0"/>
              <a:t>Implemented conflict-checking functionality.</a:t>
            </a:r>
          </a:p>
          <a:p>
            <a:pPr lvl="1"/>
            <a:r>
              <a:rPr lang="en-US" dirty="0"/>
              <a:t>Improved the prompts and reduced number of prompts.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3BB56-EA8F-A33F-F19F-1411296949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Gemini Updated Prompts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52917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B81782-DB63-3FF2-A5C9-3E6DD7AE7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659"/>
            <a:ext cx="12192000" cy="549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06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3B5C68-307A-5C44-CA35-805AABDD8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0" y="0"/>
            <a:ext cx="116200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398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DF2DBC-048D-C8EF-D40D-0168885A1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64" y="230639"/>
            <a:ext cx="9983593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81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313</Words>
  <Application>Microsoft Office PowerPoint</Application>
  <PresentationFormat>Widescreen</PresentationFormat>
  <Paragraphs>53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Personal Assistant Chatbot</vt:lpstr>
      <vt:lpstr>Introduction</vt:lpstr>
      <vt:lpstr>Problem Statement</vt:lpstr>
      <vt:lpstr>Proposed Solution</vt:lpstr>
      <vt:lpstr>System Architecture</vt:lpstr>
      <vt:lpstr>Development Progress</vt:lpstr>
      <vt:lpstr>Gemini Prompts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Screenshots</vt:lpstr>
      <vt:lpstr>PowerPoint Presentation</vt:lpstr>
      <vt:lpstr>PowerPoint Presentation</vt:lpstr>
      <vt:lpstr>Document Format</vt:lpstr>
      <vt:lpstr>New Features</vt:lpstr>
      <vt:lpstr>Progress Comparison</vt:lpstr>
      <vt:lpstr>Gemini Updated Prompts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Gohil Shivam</dc:creator>
  <cp:lastModifiedBy>Gohil Shivam</cp:lastModifiedBy>
  <cp:revision>8</cp:revision>
  <dcterms:created xsi:type="dcterms:W3CDTF">2024-12-22T12:05:06Z</dcterms:created>
  <dcterms:modified xsi:type="dcterms:W3CDTF">2025-01-10T03:57:11Z</dcterms:modified>
</cp:coreProperties>
</file>